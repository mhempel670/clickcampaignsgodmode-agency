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you're about to see is a real Maven marketing analysis for a roofing company in Fort Worth, Texas.</a:t>
            </a:r>
          </a:p>
          <a:p>
            <a:r>
              <a:t>I'm going to walk you through exactly what the AI generates—and what it means in plain revenue terms.</a:t>
            </a:r>
          </a:p>
          <a:p>
            <a:r>
              <a:t>This is the same analysis you'll get for your business.</a:t>
            </a:r>
          </a:p>
          <a:p>
            <a:r>
              <a:t>Same format. Same depth.</a:t>
            </a:r>
          </a:p>
          <a:p>
            <a:r>
              <a:t>But customized to:</a:t>
            </a:r>
          </a:p>
          <a:p>
            <a:r>
              <a:t>Your market</a:t>
            </a:r>
          </a:p>
          <a:p>
            <a:r>
              <a:t>Your competitors</a:t>
            </a:r>
          </a:p>
          <a:p>
            <a:r>
              <a:t>Your current performance</a:t>
            </a:r>
          </a:p>
          <a:p>
            <a:r>
              <a:t>Your revenue goal</a:t>
            </a:r>
          </a:p>
          <a:p>
            <a:r>
              <a:t>This analysis is built on:</a:t>
            </a:r>
          </a:p>
          <a:p>
            <a:r>
              <a:t>Eight years of proprietary campaign data from hundreds of local service businesses</a:t>
            </a:r>
          </a:p>
          <a:p>
            <a:r>
              <a:t>Real-time competitor intelligence pulled directly from Google for your specific market</a:t>
            </a:r>
          </a:p>
          <a:p>
            <a:r>
              <a:t>Third-party industry benchmarks for your vertical</a:t>
            </a:r>
          </a:p>
          <a:p>
            <a:r>
              <a:t>Publicly available data on search volume, rankings, and local market dynamics</a:t>
            </a:r>
          </a:p>
          <a:p>
            <a:r>
              <a:t>We're not guessing. We're showing you what the data says about your specific business and what it'll take to hit your number.</a:t>
            </a:r>
          </a:p>
          <a:p>
            <a:r>
              <a:t>Let's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That's the analysis.</a:t>
            </a:r>
          </a:p>
          <a:p>
            <a:r>
              <a:t>Completely customized to your business, your market, your competitors, your revenue goal.</a:t>
            </a:r>
          </a:p>
          <a:p>
            <a:r>
              <a:t>Built on eight years of proprietary data and real-time market intelligence.</a:t>
            </a:r>
          </a:p>
          <a:p>
            <a:r>
              <a:t>And it's yours—whether you work with us or not.</a:t>
            </a:r>
          </a:p>
          <a:p>
            <a:r>
              <a:t>Now let me walk you through exactly what happens when you get your own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91640"/>
            <a:ext cx="8001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400">
                <a:solidFill>
                  <a:srgbClr val="FFFFFF"/>
                </a:solidFill>
              </a:defRPr>
            </a:pPr>
            <a:r>
              <a:t>The 7-Minute Analysis</a:t>
            </a:r>
          </a:p>
          <a:p>
            <a:pPr algn="l">
              <a:spcBef>
                <a:spcPts val="1600"/>
              </a:spcBef>
              <a:defRPr sz="2600">
                <a:solidFill>
                  <a:srgbClr val="10B981"/>
                </a:solidFill>
              </a:defRPr>
            </a:pPr>
            <a:r>
              <a:t>Live walkthrough — Fort Worth roofer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63640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4748B"/>
                </a:solidFill>
              </a:defRPr>
            </a:pPr>
            <a:r>
              <a:t>MAVEN by Digital Access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91640"/>
            <a:ext cx="8001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400">
                <a:solidFill>
                  <a:srgbClr val="FFFFFF"/>
                </a:solidFill>
              </a:defRPr>
            </a:pPr>
            <a:r>
              <a:t>That's the analysis.</a:t>
            </a:r>
          </a:p>
          <a:p>
            <a:pPr algn="l">
              <a:spcBef>
                <a:spcPts val="1600"/>
              </a:spcBef>
              <a:defRPr sz="2600">
                <a:solidFill>
                  <a:srgbClr val="10B981"/>
                </a:solidFill>
              </a:defRPr>
            </a:pPr>
            <a:r>
              <a:t>Yours forever — whether you work with us or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63640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4748B"/>
                </a:solidFill>
              </a:defRPr>
            </a:pPr>
            <a:r>
              <a:t>MAVEN by Digital Access Inc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