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almost every local service business we analyze—roofing, HVAC, plumbing, remodeling, electrical, landscaping, pest control—we find the same five gaps.</a:t>
            </a:r>
          </a:p>
          <a:p>
            <a:r>
              <a:t>They're not exotic. They're not complicated.</a:t>
            </a:r>
          </a:p>
          <a:p>
            <a:r>
              <a:t>They're just... there. Quietly bleeding revenue every single day.</a:t>
            </a:r>
          </a:p>
          <a:p>
            <a:r>
              <a:t>And they're usually invisible to you because nobody ever ran the actual numbers for your specific business.</a:t>
            </a:r>
          </a:p>
          <a:p>
            <a:r>
              <a:t>These gaps show up differently in every business. The severity varies. The revenue impact varies. The fix varies.</a:t>
            </a:r>
          </a:p>
          <a:p>
            <a:r>
              <a:t>But they're almost always there.</a:t>
            </a:r>
          </a:p>
          <a:p>
            <a:r>
              <a:t>Let me walk you through them.</a:t>
            </a:r>
          </a:p>
          <a:p>
            <a:r>
              <a:t>And as I do, I want you to think about what these might look like in your business.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NUMBER ONE: THE UNANSWERED CALL.</a:t>
            </a:r>
          </a:p>
          <a:p>
            <a:r>
              <a:t>Picture this:</a:t>
            </a:r>
          </a:p>
          <a:p>
            <a:r>
              <a:t>It's Tuesday afternoon. You're on a roof. Your crew's working. You're coordinating the tear-off.</a:t>
            </a:r>
          </a:p>
          <a:p>
            <a:r>
              <a:t>Your phone rings.</a:t>
            </a:r>
          </a:p>
          <a:p>
            <a:r>
              <a:t>You glance at it. Unknown number. You're 20 feet up, hands full, can't answer.</a:t>
            </a:r>
          </a:p>
          <a:p>
            <a:r>
              <a:t>That call?</a:t>
            </a:r>
          </a:p>
          <a:p>
            <a:r>
              <a:t>It was a homeowner three miles away. Storm damage. They need a full replacement before the next rain. They're calling five roofers.</a:t>
            </a:r>
          </a:p>
          <a:p>
            <a:r>
              <a:t>You were number two on the list.</a:t>
            </a:r>
          </a:p>
          <a:p>
            <a:r>
              <a:t>They called your competitor next. He picked up. Booked an estimate for that afternoon. Job signed by Friday. Eighteen grand.</a:t>
            </a:r>
          </a:p>
          <a:p>
            <a:r>
              <a:t>You just lost eighteen grand because you couldn't answer your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imagine that happens three times a week.</a:t>
            </a:r>
          </a:p>
          <a:p>
            <a:r>
              <a:t>At a twenty percent close rate on the calls you do answer, and an average job value of fifteen thousand dollars...</a:t>
            </a:r>
          </a:p>
          <a:p>
            <a:r>
              <a:t>That's roughly nine thousand dollars per week in revenue walking to competitors who simply picked up the phone.</a:t>
            </a:r>
          </a:p>
          <a:p>
            <a:r>
              <a:t>That's four hundred and sixty-eight thousand a year.</a:t>
            </a:r>
          </a:p>
          <a:p>
            <a:r>
              <a:t>Gone. Because you were busy doing the work.</a:t>
            </a:r>
          </a:p>
          <a:p>
            <a:r>
              <a:t>This isn't a marketing problem. This is an operations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thing most business owners don't realize:</a:t>
            </a:r>
          </a:p>
          <a:p>
            <a:r>
              <a:t>This isn't just about after-hours calls.</a:t>
            </a:r>
          </a:p>
          <a:p>
            <a:r>
              <a:t>Based on data across thousands of local service businesses, 35 to 40 percent of calls go unanswered during regular business hours.</a:t>
            </a:r>
          </a:p>
          <a:p>
            <a:r>
              <a:t>You're in the field. Your office staff is thin. Calls come in while you're with a customer. The phone rings while you're driving between jobs.</a:t>
            </a:r>
          </a:p>
          <a:p>
            <a:r>
              <a:t>The Maven AI voice agent solves this—completely.</a:t>
            </a:r>
          </a:p>
          <a:p>
            <a:r>
              <a:t>It answers every call. Business hours. After hours. Weekends. Holidays. twenty-four seven.</a:t>
            </a:r>
          </a:p>
          <a:p>
            <a:r>
              <a:t>It qualifies the lead, books the appointment, sends you the details, and follows up if they don't show.</a:t>
            </a:r>
          </a:p>
          <a:p>
            <a:r>
              <a:t>But here's what's important to understand:</a:t>
            </a:r>
          </a:p>
          <a:p>
            <a:r>
              <a:t>This isn't a one-off solution. It's a core piece of an integrated system.</a:t>
            </a:r>
          </a:p>
          <a:p>
            <a:r>
              <a:t>Because if you're spending money to generate calls through better SEO and better ads, and then you're missing forty percent of them... nothing else matters.</a:t>
            </a:r>
          </a:p>
          <a:p>
            <a:r>
              <a:t>The AI voice agent works with the other pieces:</a:t>
            </a:r>
          </a:p>
          <a:p>
            <a:r>
              <a:t>Better SEO gets more calls coming in. Better website conversion means the calls that do come in are higher quality. The review system builds the trust that makes people want to call in the first place.</a:t>
            </a:r>
          </a:p>
          <a:p>
            <a:r>
              <a:t>It's all connected.</a:t>
            </a:r>
          </a:p>
          <a:p>
            <a:r>
              <a:t>And it's all designed around one thing: getting you to your revenue goal.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NUMBER TWO: THE REVIEW GAP.</a:t>
            </a:r>
          </a:p>
          <a:p>
            <a:r>
              <a:t>Here's a quick test.</a:t>
            </a:r>
          </a:p>
          <a:p>
            <a:r>
              <a:t>Pull up Google right now and search "roofer near me" or "HVAC repair near me" or "plumber near me"—whatever you do—in your market.</a:t>
            </a:r>
          </a:p>
          <a:p>
            <a:r>
              <a:t>Look at the top result.</a:t>
            </a:r>
          </a:p>
          <a:p>
            <a:r>
              <a:t>How many reviews do they have?</a:t>
            </a:r>
          </a:p>
          <a:p>
            <a:r>
              <a:t>Now look at yours.</a:t>
            </a:r>
          </a:p>
          <a:p>
            <a:r>
              <a:t>Here's what our data shows across hundreds of markets:</a:t>
            </a:r>
          </a:p>
          <a:p>
            <a:r>
              <a:t>The number one ranked business typically has three to five times the review count of their nearest competitor.</a:t>
            </a:r>
          </a:p>
          <a:p>
            <a:r>
              <a:t>That's not a coincidence.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Reviews are one of the primary ranking factors for local search. They're also one of the primary conversion factors—homeowners read reviews before they call.</a:t>
            </a:r>
          </a:p>
          <a:p>
            <a:r>
              <a:t>Now imagine this:</a:t>
            </a:r>
          </a:p>
          <a:p>
            <a:r>
              <a:t>You run an HVAC company in Phoenix.</a:t>
            </a:r>
          </a:p>
          <a:p>
            <a:r>
              <a:t>You go through the Maven analysis. The AI tells you that you have 43 reviews. Your top competitor has 287.</a:t>
            </a:r>
          </a:p>
          <a:p>
            <a:r>
              <a:t>That's a 244-review gap.</a:t>
            </a:r>
          </a:p>
          <a:p>
            <a:r>
              <a:t>Based on ranking correlation data for your specific market, that gap is costing you an estimated three to four positions on high-value keywords like "AC replacement Phoenix" and "emergency HVAC repair near me."</a:t>
            </a:r>
          </a:p>
          <a:p>
            <a:r>
              <a:t>Position 1 on Google gets clicked roughly 10 times more often than position 5.</a:t>
            </a:r>
          </a:p>
          <a:p>
            <a:r>
              <a:t>You're invisible to thousands of people actively searching for what you do—not because your service is bad, but because your review count is low.</a:t>
            </a:r>
          </a:p>
          <a:p>
            <a:r>
              <a:t>The Maven plan doesn't just tell you that you need more reviews.</a:t>
            </a:r>
          </a:p>
          <a:p>
            <a:r>
              <a:t>It builds you a systematic review collection process as part of the integrated package:</a:t>
            </a:r>
          </a:p>
          <a:p>
            <a:r>
              <a:t>Automated review requests after every completed job</a:t>
            </a:r>
          </a:p>
          <a:p>
            <a:r>
              <a:t>SMS and email follow-ups customized to your business</a:t>
            </a:r>
          </a:p>
          <a:p>
            <a:r>
              <a:t>Integration with your existing systems so nothing falls through the cracks</a:t>
            </a:r>
          </a:p>
          <a:p>
            <a:r>
              <a:t>Monthly tracking so you can see your review count climbing toward your competitors'</a:t>
            </a:r>
          </a:p>
          <a:p>
            <a:r>
              <a:t>This works with the SEO strategy, the website optimization, and the call handling system.</a:t>
            </a:r>
          </a:p>
          <a:p>
            <a:r>
              <a:t>Because more reviews means better rankings. Better rankings mean more calls. More calls answered by the AI voice agent mean more booked jobs.</a:t>
            </a:r>
          </a:p>
          <a:p>
            <a:r>
              <a:t>It's all connected.</a:t>
            </a:r>
          </a:p>
          <a:p>
            <a:r>
              <a:t>And it's all designed to get you to your revenue goal in your market.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NUMBER THREE: THE VISIBILITY PROBLEM.</a:t>
            </a:r>
          </a:p>
          <a:p>
            <a:r>
              <a:t>Page one of Google captures roughly seventy-five percent of all clicks.</a:t>
            </a:r>
          </a:p>
          <a:p>
            <a:r>
              <a:t>Page two captures most of the rest.</a:t>
            </a:r>
          </a:p>
          <a:p>
            <a:r>
              <a:t>Page three and beyond? Almost nobody looks.</a:t>
            </a:r>
          </a:p>
          <a:p>
            <a:r>
              <a:t>If you're not ranking on page one for the terms your customers are actually searching—terms like "roof replacement your city" or "emergency plumber near me" or "HVAC repair your town"—you're invisible to buyers who are ready to purchase right 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this:</a:t>
            </a:r>
          </a:p>
          <a:p>
            <a:r>
              <a:t>You run a plumbing company in Austin, Texas.</a:t>
            </a:r>
          </a:p>
          <a:p>
            <a:r>
              <a:t>You go through the Maven analysis and discover you rank on page three for "emergency plumber Austin"—a term searched 2,400 times per month in your market.</a:t>
            </a:r>
          </a:p>
          <a:p>
            <a:r>
              <a:t>Your competitor ranks number one.</a:t>
            </a:r>
          </a:p>
          <a:p>
            <a:r>
              <a:t>Based on typical click-through rates and conversion data for plumbing in Austin, the AI estimates your competitor is capturing roughly 140 jobs per year from that one keyword alone.</a:t>
            </a:r>
          </a:p>
          <a:p>
            <a:r>
              <a:t>At an average job value of under a thousand dollars...</a:t>
            </a:r>
          </a:p>
          <a:p>
            <a:r>
              <a:t>That's one hundred and nineteen thousand dollars in annual revenue you're completely invisible to.</a:t>
            </a:r>
          </a:p>
          <a:p>
            <a:r>
              <a:t>Now that's just one keyword.</a:t>
            </a:r>
          </a:p>
          <a:p>
            <a:r>
              <a:t>If you're a roofer and you rank on page two for "roof replacement your city"—a term that gets searched maybe 400 times a month in your market—you're missing out on an estimated 30 to 40 jobs per year that are going to whoever's ranking above you.</a:t>
            </a:r>
          </a:p>
          <a:p>
            <a:r>
              <a:t>At fifteen thousand dollars per job, that's four hundred and fifty thousand to six hundred thousand dollars walking past you every year.</a:t>
            </a:r>
          </a:p>
          <a:p>
            <a:r>
              <a:t>The Maven plan doesn't just tell you that you need better SEO.</a:t>
            </a:r>
          </a:p>
          <a:p>
            <a:r>
              <a:t>It builds you a complete SEO roadmap customized to your market:</a:t>
            </a:r>
          </a:p>
          <a:p>
            <a:r>
              <a:t>40 plus high-value keywords specific to your business and location</a:t>
            </a:r>
          </a:p>
          <a:p>
            <a:r>
              <a:t>Content strategy designed to target those exact searches</a:t>
            </a:r>
          </a:p>
          <a:p>
            <a:r>
              <a:t>Technical SEO fixes for your specific website</a:t>
            </a:r>
          </a:p>
          <a:p>
            <a:r>
              <a:t>Local citation building in your geographic area</a:t>
            </a:r>
          </a:p>
          <a:p>
            <a:r>
              <a:t>Monthly ranking tracking so you can see your progress toward page one</a:t>
            </a:r>
          </a:p>
          <a:p>
            <a:r>
              <a:t>This works with the review collection system, the website conversion optimization, and the AI voice agent.</a:t>
            </a:r>
          </a:p>
          <a:p>
            <a:r>
              <a:t>It's all connected.</a:t>
            </a:r>
          </a:p>
          <a:p>
            <a:r>
              <a:t>And it's all designed to get you to your revenue goal in your market.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NUMBER FOUR: THE SPEED-TO-LEAD PROBLEM.</a:t>
            </a:r>
          </a:p>
          <a:p>
            <a:r>
              <a:t>Research across thousands of businesses shows that response time dramatically affects lead conversion.</a:t>
            </a:r>
          </a:p>
          <a:p>
            <a:r>
              <a:t>A lead contacted within 5 minutes converts at a rate 21 times higher than one contacted 30 minutes later.</a:t>
            </a:r>
          </a:p>
          <a:p>
            <a:r>
              <a:t>21 times higher.</a:t>
            </a:r>
          </a:p>
          <a:p>
            <a:r>
              <a:t>For high-ticket service businesses, this is not a rounding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paint you a picture:</a:t>
            </a:r>
          </a:p>
          <a:p>
            <a:r>
              <a:t>It's 7 PM on a Thursday. A homeowner's AC just died. It's 95 degrees outside. They've got two kids and a dog.</a:t>
            </a:r>
          </a:p>
          <a:p>
            <a:r>
              <a:t>They go to Google. They find your website. They fill out your contact form.</a:t>
            </a:r>
          </a:p>
          <a:p>
            <a:r>
              <a:t>What happens next?</a:t>
            </a:r>
          </a:p>
          <a:p>
            <a:r>
              <a:t>If you're like most businesses, that lead sits in your inbox until someone checks email the next morning. Maybe 10 AM. Maybe noon.</a:t>
            </a:r>
          </a:p>
          <a:p>
            <a:r>
              <a:t>By then, that homeowner has already called three other HVAC companies. The first one that answered—probably within 5 minutes—booked the job.</a:t>
            </a:r>
          </a:p>
          <a:p>
            <a:r>
              <a:t>You lost a forty-eight hundred dollar AC replacement because you responded in 14 hours instead of 5 minutes.</a:t>
            </a:r>
          </a:p>
          <a:p>
            <a:r>
              <a:t>Now imagine you're a plumber getting about 40 web leads per month.</a:t>
            </a:r>
          </a:p>
          <a:p>
            <a:r>
              <a:t>Your average response time is 4 hours.</a:t>
            </a:r>
          </a:p>
          <a:p>
            <a:r>
              <a:t>Based on speed-to-lead conversion data, you're losing sixty percent of those leads to faster competitors.</a:t>
            </a:r>
          </a:p>
          <a:p>
            <a:r>
              <a:t>That's 24 lost leads per month.</a:t>
            </a:r>
          </a:p>
          <a:p>
            <a:r>
              <a:t>At a thirty-two hundred dollar average job value and a twenty-five percent close rate on the leads you do contact...</a:t>
            </a:r>
          </a:p>
          <a:p>
            <a:r>
              <a:t>You're losing 6 jobs per month.</a:t>
            </a:r>
          </a:p>
          <a:p>
            <a:r>
              <a:t>Nineteen thousand dollars per month in lost revenue.</a:t>
            </a:r>
          </a:p>
          <a:p>
            <a:r>
              <a:t>Two hundred and thirty thousand a year.</a:t>
            </a:r>
          </a:p>
          <a:p>
            <a:r>
              <a:t>Just from being slow.</a:t>
            </a:r>
          </a:p>
          <a:p>
            <a:r>
              <a:t>The Maven AI voice agent fixes this—immediately.</a:t>
            </a:r>
          </a:p>
          <a:p>
            <a:r>
              <a:t>Every web lead gets an instant response. Every phone call gets answered in real time. Every inquiry gets qualified and booked while the prospect is still hot.</a:t>
            </a:r>
          </a:p>
          <a:p>
            <a:r>
              <a:t>Response time drops from 4 hours to under 60 seconds.</a:t>
            </a:r>
          </a:p>
          <a:p>
            <a:r>
              <a:t>But this works with the other pieces:</a:t>
            </a:r>
          </a:p>
          <a:p>
            <a:r>
              <a:t>The SEO strategy brings in more leads. The website optimization makes sure those leads are high-quality. The review system builds trust so more leads convert.</a:t>
            </a:r>
          </a:p>
          <a:p>
            <a:r>
              <a:t>And the AI voice agent makes sure none of them slip through the cracks.</a:t>
            </a:r>
          </a:p>
          <a:p>
            <a:r>
              <a:t>It's all connected.</a:t>
            </a:r>
          </a:p>
          <a:p>
            <a:r>
              <a:t>And it's all designed to get you to your revenue goal in your market.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NUMBER FIVE: THE DATA VACUUM.</a:t>
            </a:r>
          </a:p>
          <a:p>
            <a:r>
              <a:t>This is the gap that connects all the others.</a:t>
            </a:r>
          </a:p>
          <a:p>
            <a:r>
              <a:t>Most business owners don't know:</a:t>
            </a:r>
          </a:p>
          <a:p>
            <a:r>
              <a:t>What it actually costs you to acquire a customer</a:t>
            </a:r>
          </a:p>
          <a:p>
            <a:r>
              <a:t>What your website conversion rate is</a:t>
            </a:r>
          </a:p>
          <a:p>
            <a:r>
              <a:t>Which marketing channels are driving revenue and which are just taking money</a:t>
            </a:r>
          </a:p>
          <a:p>
            <a:r>
              <a:t>How many calls you're missing</a:t>
            </a:r>
          </a:p>
          <a:p>
            <a:r>
              <a:t>Where you rank compared to your competitors</a:t>
            </a:r>
          </a:p>
          <a:p>
            <a:r>
              <a:t>What your top competitors are doing differently</a:t>
            </a:r>
          </a:p>
          <a:p>
            <a:r>
              <a:t>Without that data, every marketing decision is a guess.</a:t>
            </a:r>
          </a:p>
          <a:p>
            <a:r>
              <a:t>And here's the uncomfortable truth:</a:t>
            </a:r>
          </a:p>
          <a:p>
            <a:r>
              <a:t>Most agencies like it that way.</a:t>
            </a:r>
          </a:p>
          <a:p>
            <a:r>
              <a:t>If you can't measure the results, you can't hold anyone accountable for them.</a:t>
            </a:r>
          </a:p>
          <a:p>
            <a:r>
              <a:t>Maven fixes that—completely.</a:t>
            </a:r>
          </a:p>
          <a:p>
            <a:r>
              <a:t>When you get your custom analysis, you get access to a portal that shows you everything about your business:</a:t>
            </a:r>
          </a:p>
          <a:p>
            <a:r>
              <a:t>Your exact gap scores across all 7 categories</a:t>
            </a:r>
          </a:p>
          <a:p>
            <a:r>
              <a:t>Your current rankings for your top keywords</a:t>
            </a:r>
          </a:p>
          <a:p>
            <a:r>
              <a:t>Your review count vs. your top competitors</a:t>
            </a:r>
          </a:p>
          <a:p>
            <a:r>
              <a:t>Your estimated customer acquisition cost</a:t>
            </a:r>
          </a:p>
          <a:p>
            <a:r>
              <a:t>Your twelve-month growth roadmap with three budget options</a:t>
            </a:r>
          </a:p>
          <a:p>
            <a:r>
              <a:t>That portal is yours. You own it.</a:t>
            </a:r>
          </a:p>
          <a:p>
            <a:r>
              <a:t>You can log in anytime and see where you stand.</a:t>
            </a:r>
          </a:p>
          <a:p>
            <a:r>
              <a:t>And if you decide to work with us to execute the plan, you'll be able to track your progress as we work toward your revenue goal.</a:t>
            </a:r>
          </a:p>
          <a:p>
            <a:r>
              <a:t>You'll never wonder what's happening with your marketing again.</a:t>
            </a:r>
          </a:p>
          <a:p>
            <a:r>
              <a:t>No nonsense. No fluff. Just the actual numbers for your business.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The 5 Revenue Gaps</a:t>
            </a:r>
          </a:p>
          <a:p>
            <a:pPr algn="l">
              <a:spcBef>
                <a:spcPts val="1600"/>
              </a:spcBef>
              <a:defRPr sz="2600">
                <a:solidFill>
                  <a:srgbClr val="10B981"/>
                </a:solidFill>
              </a:defRPr>
            </a:pPr>
            <a:r>
              <a:t>Bleeding money from local service businesses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Gap #1: The Unanswered Call</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$468,000</a:t>
            </a:r>
            <a:r>
              <a:rPr sz="4400" b="1">
                <a:solidFill>
                  <a:srgbClr val="FFFFFF"/>
                </a:solidFill>
              </a:rPr>
              <a:t> per year</a:t>
            </a:r>
          </a:p>
          <a:p>
            <a:pPr algn="l">
              <a:spcBef>
                <a:spcPts val="1600"/>
              </a:spcBef>
              <a:defRPr sz="2600">
                <a:solidFill>
                  <a:srgbClr val="10B981"/>
                </a:solidFill>
              </a:defRPr>
            </a:pPr>
            <a:r>
              <a:t>Lost to missed calls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35–40%</a:t>
            </a:r>
            <a:r>
              <a:rPr sz="4400" b="1">
                <a:solidFill>
                  <a:srgbClr val="FFFFFF"/>
                </a:solidFill>
              </a:rPr>
              <a:t> of calls unanswered</a:t>
            </a:r>
          </a:p>
          <a:p>
            <a:pPr algn="l">
              <a:spcBef>
                <a:spcPts val="1600"/>
              </a:spcBef>
              <a:defRPr sz="2600">
                <a:solidFill>
                  <a:srgbClr val="10B981"/>
                </a:solidFill>
              </a:defRPr>
            </a:pPr>
            <a:r>
              <a:t>During regular business hours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Gap #2: The Review Gap</a:t>
            </a:r>
          </a:p>
          <a:p>
            <a:pPr algn="l">
              <a:spcBef>
                <a:spcPts val="1600"/>
              </a:spcBef>
              <a:defRPr sz="2600">
                <a:solidFill>
                  <a:srgbClr val="10B981"/>
                </a:solidFill>
              </a:defRPr>
            </a:pPr>
            <a:r>
              <a:t>Google “near me” rankings &amp; trust</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244</a:t>
            </a:r>
            <a:r>
              <a:rPr sz="4400" b="1">
                <a:solidFill>
                  <a:srgbClr val="FFFFFF"/>
                </a:solidFill>
              </a:rPr>
              <a:t>-review gap</a:t>
            </a:r>
          </a:p>
          <a:p>
            <a:pPr algn="l">
              <a:spcBef>
                <a:spcPts val="1600"/>
              </a:spcBef>
              <a:defRPr sz="2600">
                <a:solidFill>
                  <a:srgbClr val="10B981"/>
                </a:solidFill>
              </a:defRPr>
            </a:pPr>
            <a:r>
              <a:t>HVAC Phoenix example</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Gap #3: The Visibility Problem</a:t>
            </a:r>
          </a:p>
          <a:p>
            <a:pPr algn="l">
              <a:spcBef>
                <a:spcPts val="1600"/>
              </a:spcBef>
              <a:defRPr sz="2600">
                <a:solidFill>
                  <a:srgbClr val="10B981"/>
                </a:solidFill>
              </a:defRPr>
            </a:pPr>
            <a:r>
              <a:t>Page 1 captures ~75% of clicks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$119,000</a:t>
            </a:r>
            <a:r>
              <a:rPr sz="4400" b="1">
                <a:solidFill>
                  <a:srgbClr val="FFFFFF"/>
                </a:solidFill>
              </a:rPr>
              <a:t> invisible</a:t>
            </a:r>
          </a:p>
          <a:p>
            <a:pPr algn="l">
              <a:spcBef>
                <a:spcPts val="1600"/>
              </a:spcBef>
              <a:defRPr sz="2600">
                <a:solidFill>
                  <a:srgbClr val="10B981"/>
                </a:solidFill>
              </a:defRPr>
            </a:pPr>
            <a:r>
              <a:t>One keyword — plumbing, Austin TX</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Gap #4: Speed-to-Lead</a:t>
            </a:r>
          </a:p>
          <a:p>
            <a:pPr algn="l">
              <a:spcBef>
                <a:spcPts val="1600"/>
              </a:spcBef>
              <a:defRPr sz="2600">
                <a:solidFill>
                  <a:srgbClr val="10B981"/>
                </a:solidFill>
              </a:defRPr>
            </a:pPr>
            <a:r>
              <a:t>21× higher conversion in 5 min vs 30 min</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$230,400</a:t>
            </a:r>
            <a:r>
              <a:rPr sz="4400" b="1">
                <a:solidFill>
                  <a:srgbClr val="FFFFFF"/>
                </a:solidFill>
              </a:rPr>
              <a:t> per year</a:t>
            </a:r>
          </a:p>
          <a:p>
            <a:pPr algn="l">
              <a:spcBef>
                <a:spcPts val="1600"/>
              </a:spcBef>
              <a:defRPr sz="2600">
                <a:solidFill>
                  <a:srgbClr val="10B981"/>
                </a:solidFill>
              </a:defRPr>
            </a:pPr>
            <a:r>
              <a:t>Cost of slow web-lead response</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Gap #5: The Data Vacuum</a:t>
            </a:r>
          </a:p>
          <a:p>
            <a:pPr algn="l">
              <a:spcBef>
                <a:spcPts val="1600"/>
              </a:spcBef>
              <a:defRPr sz="2600">
                <a:solidFill>
                  <a:srgbClr val="10B981"/>
                </a:solidFill>
              </a:defRPr>
            </a:pPr>
            <a:r>
              <a:t>Your portal — gap scores, keywords, roadmap</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